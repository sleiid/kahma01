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6858000"/>
          </a:xfrm>
          <a:prstGeom prst="roundRect">
            <a:avLst/>
          </a:prstGeom>
          <a:solidFill>
            <a:srgbClr val="0C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80000" cy="6858000"/>
          </a:xfrm>
          <a:prstGeom prst="roundRect">
            <a:avLst/>
          </a:prstGeom>
          <a:solidFill>
            <a:srgbClr val="276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260000" y="576000"/>
            <a:ext cx="2268000" cy="251999"/>
          </a:xfrm>
          <a:prstGeom prst="roundRect">
            <a:avLst>
              <a:gd name="adj" fmla="val 50000"/>
            </a:avLst>
          </a:prstGeom>
          <a:solidFill>
            <a:srgbClr val="1A4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93BBFF"/>
                </a:solidFill>
              </a:rPr>
              <a:t>🎓  SZKOLENIE UŻYTKOWNIKA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900000"/>
            <a:ext cx="3708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A8C4F0"/>
                </a:solidFill>
              </a:rPr>
              <a:t>Witaj w systemie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224000"/>
            <a:ext cx="3708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</a:rPr>
              <a:t>KAHMA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1925999"/>
            <a:ext cx="370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8C4F0"/>
                </a:solidFill>
              </a:rPr>
              <a:t>Twój kompletny system Mini ERP — prosto i mobilnie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11476" y="2196000"/>
            <a:ext cx="1224000" cy="223200"/>
          </a:xfrm>
          <a:prstGeom prst="roundRect">
            <a:avLst>
              <a:gd name="adj" fmla="val 50000"/>
            </a:avLst>
          </a:prstGeom>
          <a:solidFill>
            <a:srgbClr val="10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D0E4FF"/>
                </a:solidFill>
              </a:rPr>
              <a:t>1  Platforma ERP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25476" y="2196000"/>
            <a:ext cx="1224000" cy="223200"/>
          </a:xfrm>
          <a:prstGeom prst="roundRect">
            <a:avLst>
              <a:gd name="adj" fmla="val 50000"/>
            </a:avLst>
          </a:prstGeom>
          <a:solidFill>
            <a:srgbClr val="10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D0E4FF"/>
                </a:solidFill>
              </a:rPr>
              <a:t>2  Logowanie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39476" y="2196000"/>
            <a:ext cx="1224000" cy="223200"/>
          </a:xfrm>
          <a:prstGeom prst="roundRect">
            <a:avLst>
              <a:gd name="adj" fmla="val 50000"/>
            </a:avLst>
          </a:prstGeom>
          <a:solidFill>
            <a:srgbClr val="10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D0E4FF"/>
                </a:solidFill>
              </a:rPr>
              <a:t>3  HR i urlopy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3476" y="2196000"/>
            <a:ext cx="1224000" cy="223200"/>
          </a:xfrm>
          <a:prstGeom prst="roundRect">
            <a:avLst>
              <a:gd name="adj" fmla="val 50000"/>
            </a:avLst>
          </a:prstGeom>
          <a:solidFill>
            <a:srgbClr val="10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D0E4FF"/>
                </a:solidFill>
              </a:rPr>
              <a:t>4  Wypożyczalnia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11476" y="2491200"/>
            <a:ext cx="1224000" cy="223200"/>
          </a:xfrm>
          <a:prstGeom prst="roundRect">
            <a:avLst>
              <a:gd name="adj" fmla="val 50000"/>
            </a:avLst>
          </a:prstGeom>
          <a:solidFill>
            <a:srgbClr val="10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D0E4FF"/>
                </a:solidFill>
              </a:rPr>
              <a:t>5  Materiałówka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25476" y="2491200"/>
            <a:ext cx="1224000" cy="223200"/>
          </a:xfrm>
          <a:prstGeom prst="roundRect">
            <a:avLst>
              <a:gd name="adj" fmla="val 50000"/>
            </a:avLst>
          </a:prstGeom>
          <a:solidFill>
            <a:srgbClr val="10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D0E4FF"/>
                </a:solidFill>
              </a:rPr>
              <a:t>6  Raport dnia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39476" y="2491200"/>
            <a:ext cx="1224000" cy="223200"/>
          </a:xfrm>
          <a:prstGeom prst="roundRect">
            <a:avLst>
              <a:gd name="adj" fmla="val 50000"/>
            </a:avLst>
          </a:prstGeom>
          <a:solidFill>
            <a:srgbClr val="10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D0E4FF"/>
                </a:solidFill>
              </a:rPr>
              <a:t>7  Rozliczenie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6858000"/>
          </a:xfrm>
          <a:prstGeom prst="roundRect">
            <a:avLst/>
          </a:prstGeom>
          <a:solidFill>
            <a:srgbClr val="ED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88952" cy="666000"/>
          </a:xfrm>
          <a:prstGeom prst="roundRect">
            <a:avLst/>
          </a:prstGeom>
          <a:solidFill>
            <a:srgbClr val="0C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0000" y="108000"/>
            <a:ext cx="450000" cy="450000"/>
          </a:xfrm>
          <a:prstGeom prst="roundRect">
            <a:avLst>
              <a:gd name="adj" fmla="val 15000"/>
            </a:avLst>
          </a:prstGeom>
          <a:solidFill>
            <a:srgbClr val="276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100800"/>
            <a:ext cx="45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00800"/>
            <a:ext cx="14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KAHMA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360000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A5D4"/>
                </a:solidFill>
              </a:rPr>
              <a:t>Mini ERP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88952" y="198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A5D4"/>
                </a:solidFill>
              </a:rPr>
              <a:t>1 /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999" y="756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C1E3C"/>
                </a:solidFill>
              </a:rPr>
              <a:t>🏢  Platforma Mini ERP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999" y="1062000"/>
            <a:ext cx="4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Jeden system — wszystko czego potrzebujesz w pracy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999" y="1314000"/>
            <a:ext cx="1332000" cy="57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999" y="1393200"/>
            <a:ext cx="28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E293B"/>
                </a:solidFill>
              </a:rPr>
              <a:t>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998" y="1386000"/>
            <a:ext cx="86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C1E3C"/>
                </a:solidFill>
              </a:rPr>
              <a:t>Raporty Dnia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998" y="1594800"/>
            <a:ext cx="864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Czas, lokalizacje, materiały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91999" y="1314000"/>
            <a:ext cx="1332000" cy="57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99999" y="1393200"/>
            <a:ext cx="28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E293B"/>
                </a:solidFill>
              </a:rPr>
              <a:t>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5998" y="1386000"/>
            <a:ext cx="86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C1E3C"/>
                </a:solidFill>
              </a:rPr>
              <a:t>Wypożyczalnia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5998" y="1594800"/>
            <a:ext cx="864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Sprzęt, narzędzia, podnośniki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31999" y="1314000"/>
            <a:ext cx="1332000" cy="57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39999" y="1393200"/>
            <a:ext cx="28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E293B"/>
                </a:solidFill>
              </a:rPr>
              <a:t>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45998" y="1386000"/>
            <a:ext cx="86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C1E3C"/>
                </a:solidFill>
              </a:rPr>
              <a:t>Materiałówka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45998" y="1594800"/>
            <a:ext cx="864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4 535 materiałów z wyszukiwarką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1999" y="1998000"/>
            <a:ext cx="1332000" cy="57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9999" y="2077200"/>
            <a:ext cx="28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E293B"/>
                </a:solidFill>
              </a:rPr>
              <a:t>🏖️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5998" y="2070000"/>
            <a:ext cx="86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C1E3C"/>
                </a:solidFill>
              </a:rPr>
              <a:t>HR i Urlopy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5998" y="2278800"/>
            <a:ext cx="864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Wnioski, 26 dni, kalendarze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691999" y="1998000"/>
            <a:ext cx="1332000" cy="57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99999" y="2077200"/>
            <a:ext cx="28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E293B"/>
                </a:solidFill>
              </a:rPr>
              <a:t>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5998" y="2070000"/>
            <a:ext cx="86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C1E3C"/>
                </a:solidFill>
              </a:rPr>
              <a:t>Flota Pojazdów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5998" y="2278800"/>
            <a:ext cx="864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21 pojazdów, liczniki km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31999" y="1998000"/>
            <a:ext cx="1332000" cy="57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39999" y="2077200"/>
            <a:ext cx="28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E293B"/>
                </a:solidFill>
              </a:rPr>
              <a:t>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45998" y="2070000"/>
            <a:ext cx="86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C1E3C"/>
                </a:solidFill>
              </a:rPr>
              <a:t>Eksport XLSX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45998" y="2278800"/>
            <a:ext cx="864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Raporty jednym kliknięciem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51999" y="2440800"/>
            <a:ext cx="4284000" cy="32400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9999" y="2484000"/>
            <a:ext cx="410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40AF"/>
                </a:solidFill>
              </a:rPr>
              <a:t>💡  Działa w przeglądarce na telefonie i komputerze — kahma.leanmatik.net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36000" y="756000"/>
            <a:ext cx="16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C1E3C"/>
                </a:solidFill>
              </a:rPr>
              <a:t>Dwie role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36000" y="990000"/>
            <a:ext cx="1620000" cy="79200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08000" y="1007999"/>
            <a:ext cx="147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C1E3C"/>
                </a:solidFill>
              </a:rPr>
              <a:t>🛡️  Administrator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44000" y="1195200"/>
            <a:ext cx="1475999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•  Raporty wszystkich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44000" y="1332000"/>
            <a:ext cx="1475999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•  Zarządza flotą i użytk.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44000" y="1468800"/>
            <a:ext cx="1475999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•  Zatwierdza urlopy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44000" y="1605600"/>
            <a:ext cx="1475999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•  Eksport XLSX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36000" y="1835999"/>
            <a:ext cx="1620000" cy="702000"/>
          </a:xfrm>
          <a:prstGeom prst="roundRect">
            <a:avLst>
              <a:gd name="adj" fmla="val 10000"/>
            </a:avLst>
          </a:prstGeom>
          <a:solidFill>
            <a:srgbClr val="F0FDF4"/>
          </a:solidFill>
          <a:ln w="190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08000" y="1854000"/>
            <a:ext cx="147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C1E3C"/>
                </a:solidFill>
              </a:rPr>
              <a:t>👷  Pracownik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44000" y="2041200"/>
            <a:ext cx="1475999" cy="13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•  Tworzy własne raporty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44000" y="2174400"/>
            <a:ext cx="1475999" cy="13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•  Wypożycza sprzęt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44000" y="2307600"/>
            <a:ext cx="1475999" cy="13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•  Rejestruje materiały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44000" y="2440800"/>
            <a:ext cx="1475999" cy="13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•  Wnioski urlopowe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6858000"/>
          </a:xfrm>
          <a:prstGeom prst="roundRect">
            <a:avLst/>
          </a:prstGeom>
          <a:solidFill>
            <a:srgbClr val="ED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88952" cy="666000"/>
          </a:xfrm>
          <a:prstGeom prst="roundRect">
            <a:avLst/>
          </a:prstGeom>
          <a:solidFill>
            <a:srgbClr val="0C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0000" y="108000"/>
            <a:ext cx="450000" cy="450000"/>
          </a:xfrm>
          <a:prstGeom prst="roundRect">
            <a:avLst>
              <a:gd name="adj" fmla="val 15000"/>
            </a:avLst>
          </a:prstGeom>
          <a:solidFill>
            <a:srgbClr val="276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100800"/>
            <a:ext cx="45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00800"/>
            <a:ext cx="14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KAHMA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360000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A5D4"/>
                </a:solidFill>
              </a:rPr>
              <a:t>Logowanie do systemu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88952" y="198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A5D4"/>
                </a:solidFill>
              </a:rPr>
              <a:t>2 /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999" y="756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C1E3C"/>
                </a:solidFill>
              </a:rPr>
              <a:t>🔐  Logowanie do systemu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999" y="1062000"/>
            <a:ext cx="4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Bezpieczny dostęp przez przeglądarkę — telefon lub komputer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999" y="1296000"/>
            <a:ext cx="270000" cy="270000"/>
          </a:xfrm>
          <a:prstGeom prst="roundRect">
            <a:avLst>
              <a:gd name="adj" fmla="val 50000"/>
            </a:avLst>
          </a:prstGeom>
          <a:solidFill>
            <a:srgbClr val="276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3999" y="1278000"/>
            <a:ext cx="2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Otwórz przeglądarkę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3999" y="1447200"/>
            <a:ext cx="2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Wejdź na kahma.leanmatik.net — działa na każdym urządzeniu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1999" y="1692000"/>
            <a:ext cx="270000" cy="270000"/>
          </a:xfrm>
          <a:prstGeom prst="roundRect">
            <a:avLst>
              <a:gd name="adj" fmla="val 50000"/>
            </a:avLst>
          </a:prstGeom>
          <a:solidFill>
            <a:srgbClr val="276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3999" y="1674000"/>
            <a:ext cx="2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Wpisz login i hasło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3999" y="1843200"/>
            <a:ext cx="2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Dane dostępowe otrzymujesz od administratora systemu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1999" y="2088000"/>
            <a:ext cx="270000" cy="270000"/>
          </a:xfrm>
          <a:prstGeom prst="roundRect">
            <a:avLst>
              <a:gd name="adj" fmla="val 50000"/>
            </a:avLst>
          </a:prstGeom>
          <a:solidFill>
            <a:srgbClr val="276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3999" y="2070000"/>
            <a:ext cx="2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Kliknij &lt;&lt;Zaloguj się&gt;&gt;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3999" y="2239200"/>
            <a:ext cx="2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Przekierowanie na Dashboard z dostępnymi modułami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1999" y="2484000"/>
            <a:ext cx="270000" cy="270000"/>
          </a:xfrm>
          <a:prstGeom prst="roundRect">
            <a:avLst>
              <a:gd name="adj" fmla="val 50000"/>
            </a:avLst>
          </a:prstGeom>
          <a:solidFill>
            <a:srgbClr val="276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3999" y="2466000"/>
            <a:ext cx="2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Wylogowanie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3999" y="2635200"/>
            <a:ext cx="2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Przycisk w lewym dolnym rogu paska bocznego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1999" y="2448000"/>
            <a:ext cx="3060000" cy="324000"/>
          </a:xfrm>
          <a:prstGeom prst="roundRect">
            <a:avLst>
              <a:gd name="adj" fmla="val 10000"/>
            </a:avLst>
          </a:prstGeom>
          <a:solidFill>
            <a:srgbClr val="FFFBEB"/>
          </a:solidFill>
          <a:ln w="1905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9999" y="2491200"/>
            <a:ext cx="28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2400E"/>
                </a:solidFill>
              </a:rPr>
              <a:t>⚠️  Po 15 min bezczynności sesja odświeża się automatycznie. Dane w formularzu nie przepadają.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91999" y="827999"/>
            <a:ext cx="2628000" cy="1692000"/>
          </a:xfrm>
          <a:prstGeom prst="roundRect">
            <a:avLst>
              <a:gd name="adj" fmla="val 10000"/>
            </a:avLst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211999" y="971999"/>
            <a:ext cx="1188000" cy="324000"/>
          </a:xfrm>
          <a:prstGeom prst="roundRect">
            <a:avLst>
              <a:gd name="adj" fmla="val 12000"/>
            </a:avLst>
          </a:prstGeom>
          <a:solidFill>
            <a:srgbClr val="276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KAHMA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35999" y="1367999"/>
            <a:ext cx="7200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A5D4"/>
                </a:solidFill>
              </a:rPr>
              <a:t>Login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35999" y="1483199"/>
            <a:ext cx="2340000" cy="198000"/>
          </a:xfrm>
          <a:prstGeom prst="roundRect">
            <a:avLst>
              <a:gd name="adj" fmla="val 10000"/>
            </a:avLst>
          </a:prstGeom>
          <a:solidFill>
            <a:srgbClr val="3F3F46"/>
          </a:solidFill>
          <a:ln w="12700">
            <a:solidFill>
              <a:srgbClr val="52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43998" y="1504799"/>
            <a:ext cx="2124001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jan.kowalski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35999" y="1727999"/>
            <a:ext cx="7200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A5D4"/>
                </a:solidFill>
              </a:rPr>
              <a:t>Hasło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35999" y="1843199"/>
            <a:ext cx="2340000" cy="198000"/>
          </a:xfrm>
          <a:prstGeom prst="roundRect">
            <a:avLst>
              <a:gd name="adj" fmla="val 10000"/>
            </a:avLst>
          </a:prstGeom>
          <a:solidFill>
            <a:srgbClr val="3F3F46"/>
          </a:solidFill>
          <a:ln w="12700">
            <a:solidFill>
              <a:srgbClr val="52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3998" y="1864799"/>
            <a:ext cx="2124001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••••••••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35999" y="2105999"/>
            <a:ext cx="2340000" cy="251999"/>
          </a:xfrm>
          <a:prstGeom prst="roundRect">
            <a:avLst>
              <a:gd name="adj" fmla="val 10000"/>
            </a:avLst>
          </a:prstGeom>
          <a:solidFill>
            <a:srgbClr val="276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🔐  Zaloguj się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91999" y="2592000"/>
            <a:ext cx="262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C1E3C"/>
                </a:solidFill>
              </a:rPr>
              <a:t>Po zalogowaniu — Dashboard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4000" y="2772000"/>
            <a:ext cx="252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📊  Twoje statystyki miesiąca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4000" y="2934000"/>
            <a:ext cx="252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🔔  Przypomnienie o raporcie po 12:00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4000" y="3096000"/>
            <a:ext cx="252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⬛  Kafelki modułów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6858000"/>
          </a:xfrm>
          <a:prstGeom prst="roundRect">
            <a:avLst/>
          </a:prstGeom>
          <a:solidFill>
            <a:srgbClr val="ED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88952" cy="666000"/>
          </a:xfrm>
          <a:prstGeom prst="roundRect">
            <a:avLst/>
          </a:prstGeom>
          <a:solidFill>
            <a:srgbClr val="0C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0000" y="108000"/>
            <a:ext cx="450000" cy="450000"/>
          </a:xfrm>
          <a:prstGeom prst="roundRect">
            <a:avLst>
              <a:gd name="adj" fmla="val 15000"/>
            </a:avLst>
          </a:prstGeom>
          <a:solidFill>
            <a:srgbClr val="276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100800"/>
            <a:ext cx="45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00800"/>
            <a:ext cx="14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KAHMA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360000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A5D4"/>
                </a:solidFill>
              </a:rPr>
              <a:t>Moduł HR i Urlopy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88952" y="198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A5D4"/>
                </a:solidFill>
              </a:rPr>
              <a:t>3 /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999" y="756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C1E3C"/>
                </a:solidFill>
              </a:rPr>
              <a:t>🏖️  Moduł HR — Urlopy i Obecność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999" y="1062000"/>
            <a:ext cx="4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Wnioski urlopowe, saldo dni i kalendarz pracownika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999" y="1296000"/>
            <a:ext cx="2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C1E3C"/>
                </a:solidFill>
              </a:rPr>
              <a:t>Typy urlopów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1999" y="1483200"/>
            <a:ext cx="2951999" cy="198000"/>
          </a:xfrm>
          <a:prstGeom prst="roundRect">
            <a:avLst>
              <a:gd name="adj" fmla="val 10000"/>
            </a:avLst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9999" y="1504800"/>
            <a:ext cx="198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🌴  Urlop wypoczynkowy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75999" y="1519200"/>
            <a:ext cx="774000" cy="12960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5309"/>
                </a:solidFill>
              </a:rPr>
              <a:t>odlicza z puli 26 dni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1999" y="1706400"/>
            <a:ext cx="2951999" cy="198000"/>
          </a:xfrm>
          <a:prstGeom prst="roundRect">
            <a:avLst>
              <a:gd name="adj" fmla="val 10000"/>
            </a:avLst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9999" y="1728000"/>
            <a:ext cx="198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⚡  Urlop na żądanie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75999" y="1742400"/>
            <a:ext cx="774000" cy="12960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5309"/>
                </a:solidFill>
              </a:rPr>
              <a:t>odlicza z puli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1999" y="1929600"/>
            <a:ext cx="2951999" cy="198000"/>
          </a:xfrm>
          <a:prstGeom prst="roundRect">
            <a:avLst>
              <a:gd name="adj" fmla="val 10000"/>
            </a:avLst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9999" y="1951200"/>
            <a:ext cx="198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🎉  Urlop okolicznościowy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75999" y="1965600"/>
            <a:ext cx="774000" cy="12960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5309"/>
                </a:solidFill>
              </a:rPr>
              <a:t>odlicza z puli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1999" y="2152800"/>
            <a:ext cx="2951999" cy="198000"/>
          </a:xfrm>
          <a:prstGeom prst="roundRect">
            <a:avLst>
              <a:gd name="adj" fmla="val 10000"/>
            </a:avLst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9999" y="2174400"/>
            <a:ext cx="198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🏥  L4 — Zwolnienie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375999" y="2188800"/>
            <a:ext cx="774000" cy="1296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15803D"/>
                </a:solidFill>
              </a:rPr>
              <a:t>NIE odlicza z puli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1999" y="2376000"/>
            <a:ext cx="2951999" cy="1980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9999" y="2397600"/>
            <a:ext cx="198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💼  Urlop bezpłatny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75999" y="2412000"/>
            <a:ext cx="774000" cy="12960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5309"/>
                </a:solidFill>
              </a:rPr>
              <a:t>odlicza z puli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1999" y="2646000"/>
            <a:ext cx="2951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C1E3C"/>
                </a:solidFill>
              </a:rPr>
              <a:t>Jak złożyć wniosek?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51999" y="2826000"/>
            <a:ext cx="216000" cy="216000"/>
          </a:xfrm>
          <a:prstGeom prst="roundRect">
            <a:avLst>
              <a:gd name="adj" fmla="val 50000"/>
            </a:avLst>
          </a:prstGeom>
          <a:solidFill>
            <a:srgbClr val="276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2000" y="2826000"/>
            <a:ext cx="90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HR → &lt;&lt;Nowy wniosek&gt;&gt;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2000" y="2959200"/>
            <a:ext cx="90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Wybierz typ urlopu i daty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241999" y="2826000"/>
            <a:ext cx="216000" cy="216000"/>
          </a:xfrm>
          <a:prstGeom prst="roundRect">
            <a:avLst>
              <a:gd name="adj" fmla="val 50000"/>
            </a:avLst>
          </a:prstGeom>
          <a:solidFill>
            <a:srgbClr val="276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12000" y="2826000"/>
            <a:ext cx="90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Dodaj uwagi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12000" y="2959200"/>
            <a:ext cx="90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Opcjonalne uzasadnienie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231999" y="2826000"/>
            <a:ext cx="216000" cy="216000"/>
          </a:xfrm>
          <a:prstGeom prst="roundRect">
            <a:avLst>
              <a:gd name="adj" fmla="val 50000"/>
            </a:avLst>
          </a:prstGeom>
          <a:solidFill>
            <a:srgbClr val="276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02000" y="2826000"/>
            <a:ext cx="90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Czekaj na decyzję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02000" y="2959200"/>
            <a:ext cx="90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Admin zatwierdza lub odrzuca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4000" y="1296000"/>
            <a:ext cx="19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C1E3C"/>
                </a:solidFill>
              </a:rPr>
              <a:t>Saldo urlopowe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84000" y="1494000"/>
            <a:ext cx="576000" cy="468000"/>
          </a:xfrm>
          <a:prstGeom prst="roundRect">
            <a:avLst>
              <a:gd name="adj" fmla="val 10000"/>
            </a:avLst>
          </a:prstGeom>
          <a:solidFill>
            <a:srgbClr val="F0FDF4"/>
          </a:solidFill>
          <a:ln w="190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84000" y="1512000"/>
            <a:ext cx="57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6A34A"/>
                </a:solidFill>
              </a:rPr>
              <a:t>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84000" y="1782000"/>
            <a:ext cx="576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</a:rPr>
              <a:t>Dni w roku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014000" y="1494000"/>
            <a:ext cx="576000" cy="46800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014000" y="1512000"/>
            <a:ext cx="57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761EB"/>
                </a:solidFill>
              </a:rPr>
              <a:t>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14000" y="1782000"/>
            <a:ext cx="576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761EB"/>
                </a:solidFill>
              </a:rPr>
              <a:t>Wykorzystane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644000" y="1494000"/>
            <a:ext cx="576000" cy="468000"/>
          </a:xfrm>
          <a:prstGeom prst="roundRect">
            <a:avLst>
              <a:gd name="adj" fmla="val 10000"/>
            </a:avLst>
          </a:prstGeom>
          <a:solidFill>
            <a:srgbClr val="FFFBEB"/>
          </a:solidFill>
          <a:ln w="1905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44000" y="1512000"/>
            <a:ext cx="57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D97706"/>
                </a:solidFill>
              </a:rPr>
              <a:t>12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44000" y="1782000"/>
            <a:ext cx="576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97706"/>
                </a:solidFill>
              </a:rPr>
              <a:t>Pozostałe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84000" y="2034000"/>
            <a:ext cx="19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C1E3C"/>
                </a:solidFill>
              </a:rPr>
              <a:t>Kalendarz obecności — kwiecień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84000" y="2214000"/>
            <a:ext cx="223200" cy="1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4748B"/>
                </a:solidFill>
              </a:rPr>
              <a:t>Pn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36000" y="2214000"/>
            <a:ext cx="223200" cy="1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4748B"/>
                </a:solidFill>
              </a:rPr>
              <a:t>Wt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88000" y="2214000"/>
            <a:ext cx="223200" cy="1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4748B"/>
                </a:solidFill>
              </a:rPr>
              <a:t>Śr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40000" y="2214000"/>
            <a:ext cx="223200" cy="1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4748B"/>
                </a:solidFill>
              </a:rPr>
              <a:t>Cz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92000" y="2214000"/>
            <a:ext cx="223200" cy="1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4748B"/>
                </a:solidFill>
              </a:rPr>
              <a:t>Pt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44000" y="2214000"/>
            <a:ext cx="223200" cy="1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4748B"/>
                </a:solidFill>
              </a:rPr>
              <a:t>So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96000" y="2214000"/>
            <a:ext cx="223200" cy="1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4748B"/>
                </a:solidFill>
              </a:rPr>
              <a:t>Nd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636000" y="2350800"/>
            <a:ext cx="223200" cy="22320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36000" y="2386800"/>
            <a:ext cx="2232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5803D"/>
                </a:solidFill>
              </a:rPr>
              <a:t>2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888000" y="2350800"/>
            <a:ext cx="223200" cy="22320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888000" y="2386800"/>
            <a:ext cx="2232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5803D"/>
                </a:solidFill>
              </a:rPr>
              <a:t>3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140000" y="2350800"/>
            <a:ext cx="223200" cy="22320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40000" y="2386800"/>
            <a:ext cx="2232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5803D"/>
                </a:solidFill>
              </a:rPr>
              <a:t>4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392000" y="2350800"/>
            <a:ext cx="223200" cy="22320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92000" y="2386800"/>
            <a:ext cx="2232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5803D"/>
                </a:solidFill>
              </a:rPr>
              <a:t>5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644000" y="2350800"/>
            <a:ext cx="223200" cy="223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644000" y="2386800"/>
            <a:ext cx="2232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4748B"/>
                </a:solidFill>
              </a:rPr>
              <a:t>6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896000" y="2350800"/>
            <a:ext cx="223200" cy="223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896000" y="2386800"/>
            <a:ext cx="2232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4748B"/>
                </a:solidFill>
              </a:rPr>
              <a:t>7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384000" y="2602800"/>
            <a:ext cx="223200" cy="22320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384000" y="2638800"/>
            <a:ext cx="2232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5803D"/>
                </a:solidFill>
              </a:rPr>
              <a:t>8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636000" y="2602800"/>
            <a:ext cx="223200" cy="22320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636000" y="2638800"/>
            <a:ext cx="2232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5803D"/>
                </a:solidFill>
              </a:rPr>
              <a:t>9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888000" y="2602800"/>
            <a:ext cx="223200" cy="22320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888000" y="2638800"/>
            <a:ext cx="2232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5803D"/>
                </a:solidFill>
              </a:rPr>
              <a:t>10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140000" y="2602800"/>
            <a:ext cx="223200" cy="22320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140000" y="2638800"/>
            <a:ext cx="2232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5803D"/>
                </a:solidFill>
              </a:rPr>
              <a:t>11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392000" y="2602800"/>
            <a:ext cx="223200" cy="22320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392000" y="2638800"/>
            <a:ext cx="2232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5803D"/>
                </a:solidFill>
              </a:rPr>
              <a:t>12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644000" y="2602800"/>
            <a:ext cx="223200" cy="223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644000" y="2638800"/>
            <a:ext cx="2232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4748B"/>
                </a:solidFill>
              </a:rPr>
              <a:t>13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896000" y="2602800"/>
            <a:ext cx="223200" cy="223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896000" y="2638800"/>
            <a:ext cx="2232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4748B"/>
                </a:solidFill>
              </a:rPr>
              <a:t>14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384000" y="2854800"/>
            <a:ext cx="223200" cy="22320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384000" y="2890800"/>
            <a:ext cx="2232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D4ED8"/>
                </a:solidFill>
              </a:rPr>
              <a:t>15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3636000" y="2854800"/>
            <a:ext cx="223200" cy="22320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636000" y="2890800"/>
            <a:ext cx="2232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D4ED8"/>
                </a:solidFill>
              </a:rPr>
              <a:t>16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3888000" y="2854800"/>
            <a:ext cx="223200" cy="22320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888000" y="2890800"/>
            <a:ext cx="2232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D4ED8"/>
                </a:solidFill>
              </a:rPr>
              <a:t>17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140000" y="2854800"/>
            <a:ext cx="223200" cy="22320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140000" y="2890800"/>
            <a:ext cx="2232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5803D"/>
                </a:solidFill>
              </a:rPr>
              <a:t>18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4392000" y="2854800"/>
            <a:ext cx="223200" cy="22320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392000" y="2890800"/>
            <a:ext cx="2232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5803D"/>
                </a:solidFill>
              </a:rPr>
              <a:t>19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4644000" y="2854800"/>
            <a:ext cx="223200" cy="223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644000" y="2890800"/>
            <a:ext cx="2232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4748B"/>
                </a:solidFill>
              </a:rPr>
              <a:t>20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896000" y="2854800"/>
            <a:ext cx="223200" cy="223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896000" y="2890800"/>
            <a:ext cx="2232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4748B"/>
                </a:solidFill>
              </a:rPr>
              <a:t>21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3384000" y="3106800"/>
            <a:ext cx="223200" cy="223200"/>
          </a:xfrm>
          <a:prstGeom prst="roundRect">
            <a:avLst>
              <a:gd name="adj" fmla="val 10000"/>
            </a:avLst>
          </a:prstGeom>
          <a:solidFill>
            <a:srgbClr val="276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384000" y="3142800"/>
            <a:ext cx="2232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22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3384000" y="2851200"/>
            <a:ext cx="115200" cy="11520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520800" y="2844000"/>
            <a:ext cx="720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Przepracowany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4284000" y="2851200"/>
            <a:ext cx="115200" cy="11520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420800" y="2844000"/>
            <a:ext cx="720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Urlop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6858000"/>
          </a:xfrm>
          <a:prstGeom prst="roundRect">
            <a:avLst/>
          </a:prstGeom>
          <a:solidFill>
            <a:srgbClr val="ED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88952" cy="666000"/>
          </a:xfrm>
          <a:prstGeom prst="roundRect">
            <a:avLst/>
          </a:prstGeom>
          <a:solidFill>
            <a:srgbClr val="0C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0000" y="108000"/>
            <a:ext cx="450000" cy="450000"/>
          </a:xfrm>
          <a:prstGeom prst="roundRect">
            <a:avLst>
              <a:gd name="adj" fmla="val 15000"/>
            </a:avLst>
          </a:prstGeom>
          <a:solidFill>
            <a:srgbClr val="276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100800"/>
            <a:ext cx="45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00800"/>
            <a:ext cx="14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KAHMA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360000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A5D4"/>
                </a:solidFill>
              </a:rPr>
              <a:t>Wypożyczalnia Sprzętu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88952" y="198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A5D4"/>
                </a:solidFill>
              </a:rPr>
              <a:t>4 /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999" y="756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C1E3C"/>
                </a:solidFill>
              </a:rPr>
              <a:t>🔧  Wypożyczalnia Sprzętu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999" y="1062000"/>
            <a:ext cx="4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Narzędzia, podnośniki i sprzęt montażowy — szybkie wypożyczenie i zwrot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999" y="1296000"/>
            <a:ext cx="270000" cy="270000"/>
          </a:xfrm>
          <a:prstGeom prst="roundRect">
            <a:avLst>
              <a:gd name="adj" fmla="val 50000"/>
            </a:avLst>
          </a:prstGeom>
          <a:solidFill>
            <a:srgbClr val="276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3999" y="1278000"/>
            <a:ext cx="2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Przejdź do &lt;&lt;Wypożyczalnia&gt;&gt;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3999" y="1447200"/>
            <a:ext cx="2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Lista dostępnego sprzętu posortowana wg kategorii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1999" y="1692000"/>
            <a:ext cx="270000" cy="270000"/>
          </a:xfrm>
          <a:prstGeom prst="roundRect">
            <a:avLst>
              <a:gd name="adj" fmla="val 50000"/>
            </a:avLst>
          </a:prstGeom>
          <a:solidFill>
            <a:srgbClr val="276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3999" y="1674000"/>
            <a:ext cx="2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Znajdź potrzebny sprzęt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3999" y="1843200"/>
            <a:ext cx="2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Filtruj po kategorii — status ZIELONY = dostępny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1999" y="2088000"/>
            <a:ext cx="270000" cy="270000"/>
          </a:xfrm>
          <a:prstGeom prst="roundRect">
            <a:avLst>
              <a:gd name="adj" fmla="val 50000"/>
            </a:avLst>
          </a:prstGeom>
          <a:solidFill>
            <a:srgbClr val="276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3999" y="2070000"/>
            <a:ext cx="2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Kliknij &lt;&lt;Wypożycz&gt;&gt;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3999" y="2239200"/>
            <a:ext cx="2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Sprzęt przypisany do Ciebie, status: WYPOŻYCZONY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1999" y="2484000"/>
            <a:ext cx="270000" cy="270000"/>
          </a:xfrm>
          <a:prstGeom prst="roundRect">
            <a:avLst>
              <a:gd name="adj" fmla="val 50000"/>
            </a:avLst>
          </a:prstGeom>
          <a:solidFill>
            <a:srgbClr val="276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3999" y="2466000"/>
            <a:ext cx="2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Zwróć sprzęt po pracy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3999" y="2635200"/>
            <a:ext cx="2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Twoje wypożyczenia → &lt;&lt;Zwróć&gt;&gt; → opcjonalna notatka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999" y="2232000"/>
            <a:ext cx="30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C1E3C"/>
                </a:solidFill>
              </a:rPr>
              <a:t>Zgłoś problem ze sprzętem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1999" y="2430000"/>
            <a:ext cx="3060000" cy="324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3999" y="2466000"/>
            <a:ext cx="251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E293B"/>
                </a:solidFill>
              </a:rPr>
              <a:t>⚠️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1999" y="2448000"/>
            <a:ext cx="262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Tylko dla wypożyczonego przez Ciebie sprzętu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1999" y="2602800"/>
            <a:ext cx="2628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Przycisk &lt;&lt;Problem&gt;&gt; widoczny przy Twoich aktywnych wypożyczeniach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51999" y="2782800"/>
            <a:ext cx="3060000" cy="324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3999" y="2818800"/>
            <a:ext cx="251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E293B"/>
                </a:solidFill>
              </a:rPr>
              <a:t>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1999" y="2800800"/>
            <a:ext cx="262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Opisz usterkę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1999" y="2955600"/>
            <a:ext cx="2628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Admin otrzyma zgłoszenie i zamknie je po naprawie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20000" y="1296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C1E3C"/>
                </a:solidFill>
              </a:rPr>
              <a:t>Statusy sprzętu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20000" y="1512000"/>
            <a:ext cx="1620000" cy="280800"/>
          </a:xfrm>
          <a:prstGeom prst="roundRect">
            <a:avLst>
              <a:gd name="adj" fmla="val 10000"/>
            </a:avLst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510000" y="1612800"/>
            <a:ext cx="93600" cy="9360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4000" y="1540800"/>
            <a:ext cx="1296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Dostępny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4000" y="1670400"/>
            <a:ext cx="12960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Można wypożyczyć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20000" y="1818000"/>
            <a:ext cx="1620000" cy="28080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510000" y="1918800"/>
            <a:ext cx="93600" cy="93600"/>
          </a:xfrm>
          <a:prstGeom prst="roundRect">
            <a:avLst>
              <a:gd name="adj" fmla="val 50000"/>
            </a:avLst>
          </a:prstGeom>
          <a:solidFill>
            <a:srgbClr val="276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4000" y="1846800"/>
            <a:ext cx="1296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Wypożyczony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4000" y="1976400"/>
            <a:ext cx="12960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Zajęty przez innego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20000" y="2124000"/>
            <a:ext cx="1620000" cy="280800"/>
          </a:xfrm>
          <a:prstGeom prst="roundRect">
            <a:avLst>
              <a:gd name="adj" fmla="val 10000"/>
            </a:avLst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510000" y="2224800"/>
            <a:ext cx="93600" cy="936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4000" y="2152800"/>
            <a:ext cx="1296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Serwis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4000" y="2282400"/>
            <a:ext cx="12960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W naprawie — niedostępny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420000" y="2430000"/>
            <a:ext cx="1620000" cy="2808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510000" y="2530800"/>
            <a:ext cx="93600" cy="93600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4000" y="2458800"/>
            <a:ext cx="1296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Wycofany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4000" y="2588400"/>
            <a:ext cx="12960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Nie pojawia się na liście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20000" y="2736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C1E3C"/>
                </a:solidFill>
              </a:rPr>
              <a:t>Dostępne kategorie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420000" y="2923199"/>
            <a:ext cx="756000" cy="15840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420000" y="2930400"/>
            <a:ext cx="756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</a:rPr>
              <a:t>🏗️  Podnośniki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212000" y="2923199"/>
            <a:ext cx="756000" cy="15840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12000" y="2930400"/>
            <a:ext cx="756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</a:rPr>
              <a:t>🔩  Sprzęt montażowy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420000" y="3110399"/>
            <a:ext cx="756000" cy="15840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20000" y="3117600"/>
            <a:ext cx="756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</a:rPr>
              <a:t>🔦  Pomiarowy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212000" y="3110399"/>
            <a:ext cx="756000" cy="15840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12000" y="3117600"/>
            <a:ext cx="756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</a:rPr>
              <a:t>⚡  Elektronarzędzia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6858000"/>
          </a:xfrm>
          <a:prstGeom prst="roundRect">
            <a:avLst/>
          </a:prstGeom>
          <a:solidFill>
            <a:srgbClr val="ED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88952" cy="666000"/>
          </a:xfrm>
          <a:prstGeom prst="roundRect">
            <a:avLst/>
          </a:prstGeom>
          <a:solidFill>
            <a:srgbClr val="0C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0000" y="108000"/>
            <a:ext cx="450000" cy="450000"/>
          </a:xfrm>
          <a:prstGeom prst="roundRect">
            <a:avLst>
              <a:gd name="adj" fmla="val 15000"/>
            </a:avLst>
          </a:prstGeom>
          <a:solidFill>
            <a:srgbClr val="276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100800"/>
            <a:ext cx="45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00800"/>
            <a:ext cx="14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KAHMA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360000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A5D4"/>
                </a:solidFill>
              </a:rPr>
              <a:t>Materiałówka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88952" y="198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A5D4"/>
                </a:solidFill>
              </a:rPr>
              <a:t>5 /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999" y="756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C1E3C"/>
                </a:solidFill>
              </a:rPr>
              <a:t>📦  Materiałówka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999" y="1062000"/>
            <a:ext cx="4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4 535 materiałów — wyszukiwanie, rejestracja pobrań i alerty niskiego stanu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999" y="1296000"/>
            <a:ext cx="270000" cy="270000"/>
          </a:xfrm>
          <a:prstGeom prst="roundRect">
            <a:avLst>
              <a:gd name="adj" fmla="val 50000"/>
            </a:avLst>
          </a:prstGeom>
          <a:solidFill>
            <a:srgbClr val="276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3999" y="1278000"/>
            <a:ext cx="2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Wejdź do &lt;&lt;Materiałówka&gt;&gt;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3999" y="1447200"/>
            <a:ext cx="2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Widoczne od razu 30 ostatnio używanych materiałów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1999" y="1692000"/>
            <a:ext cx="270000" cy="270000"/>
          </a:xfrm>
          <a:prstGeom prst="roundRect">
            <a:avLst>
              <a:gd name="adj" fmla="val 50000"/>
            </a:avLst>
          </a:prstGeom>
          <a:solidFill>
            <a:srgbClr val="276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3999" y="1674000"/>
            <a:ext cx="2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Wyszukaj materiał (min. 3 znaki)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3999" y="1843200"/>
            <a:ext cx="2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Kolejność słów nie ma znaczenia — system znajdzie po każdym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1999" y="2088000"/>
            <a:ext cx="270000" cy="270000"/>
          </a:xfrm>
          <a:prstGeom prst="roundRect">
            <a:avLst>
              <a:gd name="adj" fmla="val 50000"/>
            </a:avLst>
          </a:prstGeom>
          <a:solidFill>
            <a:srgbClr val="276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3999" y="2070000"/>
            <a:ext cx="2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Wybierz materiał z listy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3999" y="2239200"/>
            <a:ext cx="2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Kliknij na pozycję aby ją wybrać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1999" y="2484000"/>
            <a:ext cx="270000" cy="270000"/>
          </a:xfrm>
          <a:prstGeom prst="roundRect">
            <a:avLst>
              <a:gd name="adj" fmla="val 50000"/>
            </a:avLst>
          </a:prstGeom>
          <a:solidFill>
            <a:srgbClr val="276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3999" y="2466000"/>
            <a:ext cx="2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Podaj ilość i jednostkę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3999" y="2635200"/>
            <a:ext cx="2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Jednostki: szt / mb / kg / kpl / rolka / opak / 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1999" y="2880000"/>
            <a:ext cx="270000" cy="270000"/>
          </a:xfrm>
          <a:prstGeom prst="roundRect">
            <a:avLst>
              <a:gd name="adj" fmla="val 50000"/>
            </a:avLst>
          </a:prstGeom>
          <a:solidFill>
            <a:srgbClr val="276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3999" y="2862000"/>
            <a:ext cx="2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Kliknij &lt;&lt;Pobierz&gt;&gt;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3999" y="3031200"/>
            <a:ext cx="2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Pobranie w historii — można usunąć tylko w dniu pobrania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0000" y="1296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C1E3C"/>
                </a:solidFill>
              </a:rPr>
              <a:t>Alert niskiego stanu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20000" y="1512000"/>
            <a:ext cx="1620000" cy="324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92000" y="1548000"/>
            <a:ext cx="251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E293B"/>
                </a:solidFill>
              </a:rPr>
              <a:t>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80000" y="1530000"/>
            <a:ext cx="118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Zaznacz &lt;&lt;Zgłoś niski stan&gt;&gt;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80000" y="1684800"/>
            <a:ext cx="1188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Checkbox przy rejestracji pobrania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20000" y="1872000"/>
            <a:ext cx="1620000" cy="324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92000" y="1908000"/>
            <a:ext cx="251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E293B"/>
                </a:solidFill>
              </a:rPr>
              <a:t>🖼️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80000" y="1890000"/>
            <a:ext cx="118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Dodaj zdjęcie (opcja)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80000" y="2044800"/>
            <a:ext cx="1188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Z kamery lub galerii telefonu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20000" y="2232000"/>
            <a:ext cx="1620000" cy="324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92000" y="2268000"/>
            <a:ext cx="251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E293B"/>
                </a:solidFill>
              </a:rPr>
              <a:t>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80000" y="2250000"/>
            <a:ext cx="118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Admin widzi alert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80000" y="2404800"/>
            <a:ext cx="1188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Zamyka po uzupełnieniu magazynu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20000" y="2646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C1E3C"/>
                </a:solidFill>
              </a:rPr>
              <a:t>Materiały w raporcie dnia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420000" y="2836800"/>
            <a:ext cx="1620000" cy="32400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28000" y="2880000"/>
            <a:ext cx="14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40AF"/>
                </a:solidFill>
              </a:rPr>
              <a:t>💡  Dodawaj materiały bezpośrednio do wpisu raportu — lokalizacja wypełnia się automatycznie.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51999" y="2556000"/>
            <a:ext cx="3060000" cy="39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0000" y="2574000"/>
            <a:ext cx="288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Przykładowe pobranie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0000" y="2700000"/>
            <a:ext cx="288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Kabel YDY 3×1,5mm²  —  15 mb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0000" y="2862000"/>
            <a:ext cx="288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Budowa A  ·  Hala produkcyjna  ·  dziś 09:42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6858000"/>
          </a:xfrm>
          <a:prstGeom prst="roundRect">
            <a:avLst/>
          </a:prstGeom>
          <a:solidFill>
            <a:srgbClr val="ED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88952" cy="666000"/>
          </a:xfrm>
          <a:prstGeom prst="roundRect">
            <a:avLst/>
          </a:prstGeom>
          <a:solidFill>
            <a:srgbClr val="0C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0000" y="108000"/>
            <a:ext cx="450000" cy="450000"/>
          </a:xfrm>
          <a:prstGeom prst="roundRect">
            <a:avLst>
              <a:gd name="adj" fmla="val 15000"/>
            </a:avLst>
          </a:prstGeom>
          <a:solidFill>
            <a:srgbClr val="276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100800"/>
            <a:ext cx="45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00800"/>
            <a:ext cx="14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KAHMA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360000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A5D4"/>
                </a:solidFill>
              </a:rPr>
              <a:t>Raport Dnia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88952" y="198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A5D4"/>
                </a:solidFill>
              </a:rPr>
              <a:t>6 /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999" y="756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C1E3C"/>
                </a:solidFill>
              </a:rPr>
              <a:t>📋  Nowy Raport · Edycja · Podpis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999" y="1062000"/>
            <a:ext cx="4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Jeden raport na dzień — wiele wpisów, wiele lokalizacji, podpisy ekipy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999" y="1296000"/>
            <a:ext cx="270000" cy="270000"/>
          </a:xfrm>
          <a:prstGeom prst="roundRect">
            <a:avLst>
              <a:gd name="adj" fmla="val 50000"/>
            </a:avLst>
          </a:prstGeom>
          <a:solidFill>
            <a:srgbClr val="276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3999" y="1278000"/>
            <a:ext cx="2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&lt;&lt;Raporty&gt;&gt; → &lt;&lt;Nowy raport&gt;&gt;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3999" y="1447200"/>
            <a:ext cx="2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Data ustawiana automatycznie na dziś — niezmieniana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1999" y="1692000"/>
            <a:ext cx="270000" cy="270000"/>
          </a:xfrm>
          <a:prstGeom prst="roundRect">
            <a:avLst>
              <a:gd name="adj" fmla="val 50000"/>
            </a:avLst>
          </a:prstGeom>
          <a:solidFill>
            <a:srgbClr val="276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3999" y="1674000"/>
            <a:ext cx="2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Wybierz ekipę (raz na dzień)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3999" y="1843200"/>
            <a:ext cx="2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Ekipa A/B/C/D/E/F — po wyborze zablokowana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1999" y="2088000"/>
            <a:ext cx="270000" cy="270000"/>
          </a:xfrm>
          <a:prstGeom prst="roundRect">
            <a:avLst>
              <a:gd name="adj" fmla="val 50000"/>
            </a:avLst>
          </a:prstGeom>
          <a:solidFill>
            <a:srgbClr val="276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3999" y="2070000"/>
            <a:ext cx="2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Dodaj wpis — &lt;&lt;+ Nowy wpis&gt;&gt;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3999" y="2239200"/>
            <a:ext cx="2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Godziny od-do, lokalizacja, wydział, opis, pojazdy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1999" y="2484000"/>
            <a:ext cx="270000" cy="270000"/>
          </a:xfrm>
          <a:prstGeom prst="roundRect">
            <a:avLst>
              <a:gd name="adj" fmla="val 50000"/>
            </a:avLst>
          </a:prstGeom>
          <a:solidFill>
            <a:srgbClr val="276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3999" y="2466000"/>
            <a:ext cx="2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Krok 2 wpisu — materiały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3999" y="2635200"/>
            <a:ext cx="2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Po zapisaniu wpisu dodaj materiały lub pomiń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1999" y="2880000"/>
            <a:ext cx="270000" cy="270000"/>
          </a:xfrm>
          <a:prstGeom prst="roundRect">
            <a:avLst>
              <a:gd name="adj" fmla="val 50000"/>
            </a:avLst>
          </a:prstGeom>
          <a:solidFill>
            <a:srgbClr val="276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3999" y="2862000"/>
            <a:ext cx="2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Możesz dodać wiele wpisów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3999" y="3031200"/>
            <a:ext cx="2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Np. rano hala, popołudniu budowa — każdy wpis osobno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51999" y="2610000"/>
            <a:ext cx="3060000" cy="324000"/>
          </a:xfrm>
          <a:prstGeom prst="roundRect">
            <a:avLst>
              <a:gd name="adj" fmla="val 10000"/>
            </a:avLst>
          </a:prstGeom>
          <a:solidFill>
            <a:srgbClr val="FFFBEB"/>
          </a:solidFill>
          <a:ln w="1905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9999" y="2653200"/>
            <a:ext cx="28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2400E"/>
                </a:solidFill>
              </a:rPr>
              <a:t>🔒  Edycja tylko do północy. Raporty z poprzednich dni zablokowane. Poproś admina o odblokowanie na 24h.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0000" y="1296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C1E3C"/>
                </a:solidFill>
              </a:rPr>
              <a:t>Pojazdy we wpisie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20000" y="1494000"/>
            <a:ext cx="1620000" cy="54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8000" y="1540800"/>
            <a:ext cx="147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🚗  WGS 12345  ·  120 km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8000" y="1735200"/>
            <a:ext cx="147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🚐  WGS 98765  ·  85 km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20000" y="2059200"/>
            <a:ext cx="162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Jeden wpis = wiele pojazdów. Liczniki km aktualizowane automatycznie.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0000" y="2304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C1E3C"/>
                </a:solidFill>
              </a:rPr>
              <a:t>Podpisywanie raportu kolegi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20000" y="2502000"/>
            <a:ext cx="1620000" cy="324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92000" y="2538000"/>
            <a:ext cx="251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E293B"/>
                </a:solidFill>
              </a:rPr>
              <a:t>✍️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80000" y="2520000"/>
            <a:ext cx="118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Przycisk &lt;&lt;Podpisz się&gt;&gt;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80000" y="2674800"/>
            <a:ext cx="1188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Widoczny na górze ekranu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420000" y="2862000"/>
            <a:ext cx="1620000" cy="324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92000" y="2898000"/>
            <a:ext cx="251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E293B"/>
                </a:solidFill>
              </a:rPr>
              <a:t>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80000" y="2880000"/>
            <a:ext cx="118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Raporty kolegów z dzisiaj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80000" y="3034800"/>
            <a:ext cx="1188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Tylko bieżący dzień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20000" y="3222000"/>
            <a:ext cx="1620000" cy="324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92000" y="3258000"/>
            <a:ext cx="251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E293B"/>
                </a:solidFill>
              </a:rPr>
              <a:t>📝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80000" y="3240000"/>
            <a:ext cx="118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Pełny dostęp do edycji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80000" y="3394800"/>
            <a:ext cx="1188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Dodawaj i edytuj wpisy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420000" y="3582000"/>
            <a:ext cx="1620000" cy="324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92000" y="3618000"/>
            <a:ext cx="251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E293B"/>
                </a:solidFill>
              </a:rPr>
              <a:t>↩️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80000" y="3600000"/>
            <a:ext cx="118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Cofnięcie podpisu — tylko dziś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80000" y="3754800"/>
            <a:ext cx="1188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Przycisk &lt;&lt;Cofnij&gt;&gt; na karcie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6858000"/>
          </a:xfrm>
          <a:prstGeom prst="roundRect">
            <a:avLst/>
          </a:prstGeom>
          <a:solidFill>
            <a:srgbClr val="ED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88952" cy="666000"/>
          </a:xfrm>
          <a:prstGeom prst="roundRect">
            <a:avLst/>
          </a:prstGeom>
          <a:solidFill>
            <a:srgbClr val="0C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0000" y="108000"/>
            <a:ext cx="450000" cy="450000"/>
          </a:xfrm>
          <a:prstGeom prst="roundRect">
            <a:avLst>
              <a:gd name="adj" fmla="val 15000"/>
            </a:avLst>
          </a:prstGeom>
          <a:solidFill>
            <a:srgbClr val="276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100800"/>
            <a:ext cx="45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00800"/>
            <a:ext cx="14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KAHMA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360000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A5D4"/>
                </a:solidFill>
              </a:rPr>
              <a:t>Rozliczenie dzienne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88952" y="198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A5D4"/>
                </a:solidFill>
              </a:rPr>
              <a:t>7 /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999" y="756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C1E3C"/>
                </a:solidFill>
              </a:rPr>
              <a:t>📊  Rozliczenie Dzienne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999" y="1062000"/>
            <a:ext cx="4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Podgląd pracy całej ekipy, zatwierdzanie i eksport do Excela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999" y="1278000"/>
            <a:ext cx="32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C1E3C"/>
                </a:solidFill>
              </a:rPr>
              <a:t>Widok admina — lista raportów z filtrami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1999" y="1475999"/>
            <a:ext cx="3096000" cy="41399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000" y="1494000"/>
            <a:ext cx="7200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</a:rPr>
              <a:t>Od daty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000" y="1598400"/>
            <a:ext cx="702000" cy="198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6000" y="1620000"/>
            <a:ext cx="648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2026-04-14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8000" y="1494000"/>
            <a:ext cx="7200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</a:rPr>
              <a:t>Do daty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8000" y="1598400"/>
            <a:ext cx="702000" cy="198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52000" y="1620000"/>
            <a:ext cx="648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2026-04-20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54000" y="1494000"/>
            <a:ext cx="7200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</a:rPr>
              <a:t>Pracownik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54000" y="1598400"/>
            <a:ext cx="702000" cy="198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08000" y="1620000"/>
            <a:ext cx="648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Wszyscy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10000" y="1494000"/>
            <a:ext cx="7200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</a:rPr>
              <a:t>Lokalizacja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10000" y="1598400"/>
            <a:ext cx="702000" cy="198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64000" y="1620000"/>
            <a:ext cx="648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Wszystkie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1999" y="1925999"/>
            <a:ext cx="792000" cy="180000"/>
          </a:xfrm>
          <a:prstGeom prst="roundRect">
            <a:avLst>
              <a:gd name="adj" fmla="val 0"/>
            </a:avLst>
          </a:prstGeom>
          <a:solidFill>
            <a:srgbClr val="0C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7999" y="1951199"/>
            <a:ext cx="756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Pracownik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43999" y="1925999"/>
            <a:ext cx="396000" cy="180000"/>
          </a:xfrm>
          <a:prstGeom prst="roundRect">
            <a:avLst/>
          </a:prstGeom>
          <a:solidFill>
            <a:srgbClr val="0C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9999" y="1951199"/>
            <a:ext cx="360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Data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439999" y="1925999"/>
            <a:ext cx="503999" cy="180000"/>
          </a:xfrm>
          <a:prstGeom prst="roundRect">
            <a:avLst/>
          </a:prstGeom>
          <a:solidFill>
            <a:srgbClr val="0C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75999" y="1951199"/>
            <a:ext cx="467999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Ekipa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943998" y="1925999"/>
            <a:ext cx="720000" cy="180000"/>
          </a:xfrm>
          <a:prstGeom prst="roundRect">
            <a:avLst/>
          </a:prstGeom>
          <a:solidFill>
            <a:srgbClr val="0C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979998" y="1951199"/>
            <a:ext cx="684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Godziny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663998" y="1925999"/>
            <a:ext cx="360000" cy="180000"/>
          </a:xfrm>
          <a:prstGeom prst="roundRect">
            <a:avLst/>
          </a:prstGeom>
          <a:solidFill>
            <a:srgbClr val="0C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99998" y="1951199"/>
            <a:ext cx="324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Wpisy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23998" y="1925999"/>
            <a:ext cx="648000" cy="180000"/>
          </a:xfrm>
          <a:prstGeom prst="roundRect">
            <a:avLst/>
          </a:prstGeom>
          <a:solidFill>
            <a:srgbClr val="0C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59998" y="1951199"/>
            <a:ext cx="612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51999" y="2106000"/>
            <a:ext cx="792000" cy="208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7999" y="2142000"/>
            <a:ext cx="738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Jan Kowalski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43999" y="2106000"/>
            <a:ext cx="396000" cy="208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79999" y="2142000"/>
            <a:ext cx="342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20.04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439999" y="2106000"/>
            <a:ext cx="503999" cy="208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475999" y="2142000"/>
            <a:ext cx="449999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Ekipa 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943998" y="2106000"/>
            <a:ext cx="720000" cy="208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979998" y="2142000"/>
            <a:ext cx="666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07:00–15:30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663998" y="2106000"/>
            <a:ext cx="360000" cy="208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699998" y="2142000"/>
            <a:ext cx="306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2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023998" y="2106000"/>
            <a:ext cx="648000" cy="208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3059998" y="2145600"/>
            <a:ext cx="576000" cy="12960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59998" y="2152800"/>
            <a:ext cx="576000" cy="12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B45309"/>
                </a:solidFill>
              </a:rPr>
              <a:t>Oczekuje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51999" y="2329200"/>
            <a:ext cx="792000" cy="20880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87999" y="2365200"/>
            <a:ext cx="738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Marek Nowak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43999" y="2329200"/>
            <a:ext cx="396000" cy="20880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79999" y="2365200"/>
            <a:ext cx="342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20.04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439999" y="2329200"/>
            <a:ext cx="503999" cy="20880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475999" y="2365200"/>
            <a:ext cx="449999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Ekipa B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943998" y="2329200"/>
            <a:ext cx="720000" cy="20880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979998" y="2365200"/>
            <a:ext cx="666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06:00–14:00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663998" y="2329200"/>
            <a:ext cx="360000" cy="20880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699998" y="2365200"/>
            <a:ext cx="306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3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023998" y="2329200"/>
            <a:ext cx="648000" cy="20880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3059998" y="2368800"/>
            <a:ext cx="576000" cy="1296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059998" y="2376000"/>
            <a:ext cx="576000" cy="12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5803D"/>
                </a:solidFill>
              </a:rPr>
              <a:t>Zatwierdzone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51999" y="2552400"/>
            <a:ext cx="792000" cy="208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87999" y="2588400"/>
            <a:ext cx="738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Piotr Wiśniewski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43999" y="2552400"/>
            <a:ext cx="396000" cy="208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79999" y="2588400"/>
            <a:ext cx="342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19.04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439999" y="2552400"/>
            <a:ext cx="503999" cy="208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475999" y="2588400"/>
            <a:ext cx="449999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Ekipa C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943998" y="2552400"/>
            <a:ext cx="720000" cy="208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979998" y="2588400"/>
            <a:ext cx="666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08:00–16:00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2663998" y="2552400"/>
            <a:ext cx="360000" cy="208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699998" y="2588400"/>
            <a:ext cx="306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1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023998" y="2552400"/>
            <a:ext cx="648000" cy="208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059998" y="2592000"/>
            <a:ext cx="576000" cy="1296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059998" y="2599200"/>
            <a:ext cx="576000" cy="12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5803D"/>
                </a:solidFill>
              </a:rPr>
              <a:t>Zatwierdzone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420000" y="1278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C1E3C"/>
                </a:solidFill>
              </a:rPr>
              <a:t>Zatwierdzenie raportu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420000" y="1475999"/>
            <a:ext cx="1620000" cy="324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492000" y="1511999"/>
            <a:ext cx="251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E293B"/>
                </a:solidFill>
              </a:rPr>
              <a:t>✅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780000" y="1493999"/>
            <a:ext cx="118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Ofertowy / Bez oferty / Niezatwierdzone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780000" y="1648799"/>
            <a:ext cx="1188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Admin oznacza każdy raport statusem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420000" y="1835999"/>
            <a:ext cx="1620000" cy="324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492000" y="1871999"/>
            <a:ext cx="251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E293B"/>
                </a:solidFill>
              </a:rPr>
              <a:t>🔓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780000" y="1853999"/>
            <a:ext cx="118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Odblokuj raport na 24h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780000" y="2008799"/>
            <a:ext cx="1188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Gdy pracownik zgłosi błąd do korekty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420000" y="2250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C1E3C"/>
                </a:solidFill>
              </a:rPr>
              <a:t>Eksport do XLSX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3420000" y="2455200"/>
            <a:ext cx="1620000" cy="648000"/>
          </a:xfrm>
          <a:prstGeom prst="roundRect">
            <a:avLst>
              <a:gd name="adj" fmla="val 10000"/>
            </a:avLst>
          </a:prstGeom>
          <a:solidFill>
            <a:srgbClr val="FFFBEB"/>
          </a:solidFill>
          <a:ln w="1905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528000" y="2476800"/>
            <a:ext cx="144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📥  Arkusz &lt;&lt;Raporty&gt;&gt;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528000" y="2635200"/>
            <a:ext cx="1475999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• Data · Pracownik · Ekipa · Godziny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528000" y="2743200"/>
            <a:ext cx="1475999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• Lokalizacja · Wydział · Opis pracy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528000" y="2851200"/>
            <a:ext cx="1475999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• Pojazdy (tablice rejestr.) · Km łącznie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528000" y="2959200"/>
            <a:ext cx="1475999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• Podpisany: Tak / — (sygnatariusze)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